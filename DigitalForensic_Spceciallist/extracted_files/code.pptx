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F9F9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CD40B1-AE8F-A144-4C6A-3F62137A42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BD89D9F-088A-7E9F-7FE2-5B23BF11D1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BFBE1D-7A60-D47E-2325-87AABD84B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232B2-8345-4C87-B475-42BA59F8DA90}" type="datetimeFigureOut">
              <a:rPr lang="ko-KR" altLang="en-US" smtClean="0"/>
              <a:t>2025-07-01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20A7CB-99A6-C3D0-DFD4-09D8A9CEA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975057-F81E-6C80-5134-70FB83A04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EF71A-359C-4555-B84D-B6E8F08BBD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6933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08DD79-C56E-77CE-724C-C085FB32C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C517A9-88B1-4389-1562-662A49B7A4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DD0857-5FAF-D5A7-6C5F-DDFAF0D40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232B2-8345-4C87-B475-42BA59F8DA90}" type="datetimeFigureOut">
              <a:rPr lang="ko-KR" altLang="en-US" smtClean="0"/>
              <a:t>2025-07-01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47CD03-5886-60BD-7229-BF1457D1C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BC59EA-4E0B-6F77-8496-089E5D36E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EF71A-359C-4555-B84D-B6E8F08BBD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835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CAD572-0F8E-AE14-79C2-12968537C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326517D-AABB-D13C-FC5C-7C9B036285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8460CF-D6FD-0477-B094-A94370898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232B2-8345-4C87-B475-42BA59F8DA90}" type="datetimeFigureOut">
              <a:rPr lang="ko-KR" altLang="en-US" smtClean="0"/>
              <a:t>2025-07-01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B4160C-0781-0EFA-AC6F-783554CEA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B6E8AF-8D18-9CD4-AA0B-C97101EB5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EF71A-359C-4555-B84D-B6E8F08BBD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6632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ADE44D-4EDA-67C5-EE55-D07FC1807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9872EE-83BE-7795-3AE8-170E0C1718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0185325-E0D9-4DF7-6F57-E59C5F9DC3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EFF000B-C732-82BF-BC70-2521DE6F7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232B2-8345-4C87-B475-42BA59F8DA90}" type="datetimeFigureOut">
              <a:rPr lang="ko-KR" altLang="en-US" smtClean="0"/>
              <a:t>2025-07-01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EE0C25E-C37B-23DF-C09F-52EC5096C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6823C51-FCA9-46FA-C4E9-A6388DA92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EF71A-359C-4555-B84D-B6E8F08BBD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6593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946522-7B64-52DA-7DD2-7322CB78D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D26D6F8-CC96-E5C1-E9D4-8FC62DA232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D70DEC2-64FC-6DF4-E172-D19A61E5F8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1F264E6-AA4C-877F-CB6E-F9F4E2F372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6BD0645-CFFD-E887-E2FC-508735F8AA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83D1C37-A1D7-3BE9-228F-9D8A2045F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232B2-8345-4C87-B475-42BA59F8DA90}" type="datetimeFigureOut">
              <a:rPr lang="ko-KR" altLang="en-US" smtClean="0"/>
              <a:t>2025-07-01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251428C-727F-22F8-101C-F3A52EA53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25D3F8D-0F37-2554-05B0-60975193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EF71A-359C-4555-B84D-B6E8F08BBD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7218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566763-F4E7-D33C-F0A3-CA060B738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957D430-68F7-69D3-9288-A72BB9E7D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232B2-8345-4C87-B475-42BA59F8DA90}" type="datetimeFigureOut">
              <a:rPr lang="ko-KR" altLang="en-US" smtClean="0"/>
              <a:t>2025-07-01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2306139-1BAF-51A4-A93A-F5C8C85EA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5156F95-A756-86D4-746B-7F4AF034B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EF71A-359C-4555-B84D-B6E8F08BBD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744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1FBE1F3-54A7-8668-0FFF-57592C8BF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232B2-8345-4C87-B475-42BA59F8DA90}" type="datetimeFigureOut">
              <a:rPr lang="ko-KR" altLang="en-US" smtClean="0"/>
              <a:t>2025-07-01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86605F7-1AF2-76F8-4B1F-487BB477B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87743A5-3F36-CF01-DE33-D01060C41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EF71A-359C-4555-B84D-B6E8F08BBD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4274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477F61-B8B5-A113-7A88-D31538452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79AC76-13EB-5B02-8E6F-0746992B6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9F4C1E6-A656-B30F-7CA4-429361DE0A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AD4B18A-5DFD-8CFC-D994-A956740B0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232B2-8345-4C87-B475-42BA59F8DA90}" type="datetimeFigureOut">
              <a:rPr lang="ko-KR" altLang="en-US" smtClean="0"/>
              <a:t>2025-07-01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F357FDA-30AE-9D77-36A6-B73B369A3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F0FD072-C108-F6B7-EF86-2441B726D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EF71A-359C-4555-B84D-B6E8F08BBD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7310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0A526D-2059-DDF0-7210-9039E0653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6723A4E-0782-F549-392A-83E6450148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51D0302-10B8-EC3E-DA48-EB048A835A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1B00934-8061-F8DC-488D-6F913CD3E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232B2-8345-4C87-B475-42BA59F8DA90}" type="datetimeFigureOut">
              <a:rPr lang="ko-KR" altLang="en-US" smtClean="0"/>
              <a:t>2025-07-01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E52D86B-AB27-413F-F14D-03E33B3B6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1F6FA0-917A-670C-42B7-94253EB6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EF71A-359C-4555-B84D-B6E8F08BBD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3616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960BED-C714-B345-3F56-42DE26327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C21AA7E-477F-C180-07E8-6E3E71DEB8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CF3E63B-5E8E-23E2-C5E5-ECF0C320D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232B2-8345-4C87-B475-42BA59F8DA90}" type="datetimeFigureOut">
              <a:rPr lang="ko-KR" altLang="en-US" smtClean="0"/>
              <a:t>2025-07-01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38E5E2-8D49-56B1-1DF0-1AF5CEDBB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3F20E7-34FC-1FB9-A496-559767B4E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EF71A-359C-4555-B84D-B6E8F08BBD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2853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501346D-6CC5-F960-5E49-9786E3F952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DD2AE87-C4A1-85DB-FD35-3E8C5EF684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1E86FD-FAD3-8A7D-D099-4A67A0FC1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232B2-8345-4C87-B475-42BA59F8DA90}" type="datetimeFigureOut">
              <a:rPr lang="ko-KR" altLang="en-US" smtClean="0"/>
              <a:t>2025-07-01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57FA5A-357C-D8ED-4B4F-C7140758F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930C73-075D-CF83-E460-93B735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EF71A-359C-4555-B84D-B6E8F08BBD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8478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5C36C0A-1631-4B6D-2015-C873E2A91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0E5789-5469-64BD-906A-4D9AF9D52B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9403C2-57D0-EE63-CB15-A095D47BF1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6232B2-8345-4C87-B475-42BA59F8DA90}" type="datetimeFigureOut">
              <a:rPr lang="ko-KR" altLang="en-US" smtClean="0"/>
              <a:t>2025-07-01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3BB95A-FDD8-E167-AA0D-369E5B4369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781CAF-AE1F-5065-62C0-66CBFE387F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AEF71A-359C-4555-B84D-B6E8F08BBD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6712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90515-9A89-8040-C935-0BA8CD84D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FCA4686-F3DA-AE43-1A01-CA31C7F54EE8}"/>
              </a:ext>
            </a:extLst>
          </p:cNvPr>
          <p:cNvSpPr txBox="1"/>
          <p:nvPr/>
        </p:nvSpPr>
        <p:spPr>
          <a:xfrm>
            <a:off x="2114561" y="2318042"/>
            <a:ext cx="485637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Drag It!</a:t>
            </a:r>
          </a:p>
          <a:p>
            <a:r>
              <a:rPr lang="en-US" altLang="ko-KR" sz="400" dirty="0">
                <a:solidFill>
                  <a:srgbClr val="F9F9F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James</a:t>
            </a:r>
          </a:p>
        </p:txBody>
      </p:sp>
      <p:sp>
        <p:nvSpPr>
          <p:cNvPr id="10" name="부제목 2">
            <a:extLst>
              <a:ext uri="{FF2B5EF4-FFF2-40B4-BE49-F238E27FC236}">
                <a16:creationId xmlns:a16="http://schemas.microsoft.com/office/drawing/2014/main" id="{24A9B479-A106-28D1-47B8-3C53DC896B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6909" y="273304"/>
            <a:ext cx="2932982" cy="456692"/>
          </a:xfrm>
        </p:spPr>
        <p:txBody>
          <a:bodyPr>
            <a:normAutofit fontScale="92500"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CODE (</a:t>
            </a:r>
            <a:r>
              <a:rPr lang="en-US" altLang="ko-K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_is_</a:t>
            </a:r>
            <a:r>
              <a:rPr lang="en-US" altLang="ko-KR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_in_</a:t>
            </a:r>
            <a:r>
              <a:rPr lang="en-US" altLang="ko-KR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7A24CD-561E-5C6D-854E-E7EE7AF43A7C}"/>
              </a:ext>
            </a:extLst>
          </p:cNvPr>
          <p:cNvSpPr txBox="1"/>
          <p:nvPr/>
        </p:nvSpPr>
        <p:spPr>
          <a:xfrm>
            <a:off x="3512073" y="4795083"/>
            <a:ext cx="63586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Advanced Properties</a:t>
            </a:r>
            <a:endParaRPr lang="ko-KR" altLang="en-US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05718B2-DCDD-3AE4-4FEE-03A25DBF6B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9664" y="3229204"/>
            <a:ext cx="800106" cy="523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9423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</TotalTime>
  <Words>13</Words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description>Interested</dc:description>
  <dcterms:created xsi:type="dcterms:W3CDTF">2025-05-08T07:05:27Z</dcterms:created>
  <dcterms:modified xsi:type="dcterms:W3CDTF">2025-07-01T04:39:33Z</dcterms:modified>
</cp:coreProperties>
</file>